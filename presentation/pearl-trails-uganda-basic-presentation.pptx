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0d7ce64b94492c" /><Relationship Type="http://schemas.openxmlformats.org/officeDocument/2006/relationships/extended-properties" Target="/docProps/app.xml" Id="Rbc8910d1f7d64474" /><Relationship Type="http://schemas.openxmlformats.org/officeDocument/2006/relationships/officeDocument" Target="/ppt/presentation.xml" Id="Re3de1db1a3cb4d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7d143e726049cc"/>
  </p:sldMasterIdLst>
  <p:notesMasterIdLst>
    <p:notesMasterId xmlns:r="http://schemas.openxmlformats.org/officeDocument/2006/relationships" r:id="Rab7394f75dc24428"/>
  </p:notesMasterIdLst>
  <p:sldIdLst>
    <p:sldId xmlns:r="http://schemas.openxmlformats.org/officeDocument/2006/relationships" id="256" r:id="Rda73a123674b4248"/>
    <p:sldId xmlns:r="http://schemas.openxmlformats.org/officeDocument/2006/relationships" id="257" r:id="R4ef984e1fc8c4642"/>
    <p:sldId xmlns:r="http://schemas.openxmlformats.org/officeDocument/2006/relationships" id="258" r:id="R1631ee59926244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d143e726049cc" /><Relationship Type="http://schemas.openxmlformats.org/officeDocument/2006/relationships/theme" Target="/ppt/theme/theme1.xml" Id="R5adc4ef61d8b4f84" /><Relationship Type="http://schemas.openxmlformats.org/officeDocument/2006/relationships/notesMaster" Target="/ppt/notesMasters/notesMaster1.xml" Id="Rab7394f75dc24428" /><Relationship Type="http://schemas.openxmlformats.org/officeDocument/2006/relationships/presProps" Target="/ppt/presProps.xml" Id="Ra4d4a352d21d4f1c" /><Relationship Type="http://schemas.openxmlformats.org/officeDocument/2006/relationships/viewProps" Target="/ppt/viewProps.xml" Id="R299cbeda0a1542d8" /><Relationship Type="http://schemas.openxmlformats.org/officeDocument/2006/relationships/tableStyles" Target="/ppt/tableStyles.xml" Id="R9444f96436e4487b" /><Relationship Type="http://schemas.openxmlformats.org/officeDocument/2006/relationships/slide" Target="/ppt/slides/slide1.xml" Id="Rda73a123674b4248" /><Relationship Type="http://schemas.openxmlformats.org/officeDocument/2006/relationships/slide" Target="/ppt/slides/slide2.xml" Id="R4ef984e1fc8c4642" /><Relationship Type="http://schemas.openxmlformats.org/officeDocument/2006/relationships/slide" Target="/ppt/slides/slide3.xml" Id="R1631ee59926244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8fbcdfe294b4d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0dc4b091014d70" /><Relationship Type="http://schemas.openxmlformats.org/officeDocument/2006/relationships/notesMaster" Target="/ppt/notesMasters/notesMaster1.xml" Id="R81897f54cb9842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f2d62318d143b9" /><Relationship Type="http://schemas.openxmlformats.org/officeDocument/2006/relationships/notesMaster" Target="/ppt/notesMasters/notesMaster1.xml" Id="R0801730b354447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754333e4f64e79" /><Relationship Type="http://schemas.openxmlformats.org/officeDocument/2006/relationships/notesMaster" Target="/ppt/notesMasters/notesMaster1.xml" Id="Rcd927533765a4f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66569deec4ad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c9a909aa7414aee" /><Relationship Type="http://schemas.openxmlformats.org/officeDocument/2006/relationships/slideLayout" Target="/ppt/slideLayouts/slideLayout2.xml" Id="R46d88ae5c9cc48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d88ae5c9cc48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65a33cb18a4f95" /><Relationship Type="http://schemas.openxmlformats.org/officeDocument/2006/relationships/notesSlide" Target="/ppt/notesSlides/notesSlide1.xml" Id="R5507279505ac4f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d4a18f3d4c4d3e" /><Relationship Type="http://schemas.openxmlformats.org/officeDocument/2006/relationships/notesSlide" Target="/ppt/notesSlides/notesSlide2.xml" Id="Rdf1d44da8d1344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9a3fd1811947dd" /><Relationship Type="http://schemas.openxmlformats.org/officeDocument/2006/relationships/notesSlide" Target="/ppt/notesSlides/notesSlide3.xml" Id="R646a319dfb344a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377BFC-2DC0-424F-831B-6032432C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2FA50-57A4-4639-8D04-316A4E53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72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Title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ED11B-136C-4465-8985-29BDC4CF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Pearl Trails Uganda Tourism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037C8-1CD0-4123-AC42-255C77E3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Composition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F984F-248E-4D6F-924A-57E84738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names of group members here.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F95DF-1A06-4976-A449-A48F4EE5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000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0B2D1-B998-4731-81D6-3D8AD935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000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C36A9-D585-4D22-9591-A9D829F3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000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2601C-BE10-4393-A962-B93026DD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Course Work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69689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4C9724-81C0-4BB8-A439-371E8331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BE7E7-7621-46B8-89F4-7A8C634B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72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3391D-B9B3-4732-B57B-FCFCAFDA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81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make a simple tourism website that helps users access information, see where current tourism services are lacking, and get easier support for planning and booking.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BC806-D62E-47F1-BCA2-B7E72E85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Where we are lacking: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75356-891E-448C-AFE6-063DF03D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Tourism information is not always found in one place.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74DF5-D53F-4FCA-ADB7-7D9979FC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Trusted booking details may be hard for visitors to identify.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F06A5-582A-4618-9E14-5F1DC712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Smaller tourism services may have low online visibility.</a:t>
            </a:r>
          </a:p>
        </p:txBody>
      </p:sp>
    </p:spTree>
    <p:extLst>
      <p:ext uri="{BB962C8B-B14F-4D97-AF65-F5344CB8AC3E}">
        <p14:creationId xmlns:p14="http://schemas.microsoft.com/office/powerpoint/2010/main" val="357733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7CA581-59E6-4681-9D04-E4A122E9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4CD46-F8FA-46A9-A1FA-6B5D9645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72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Site 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AB196-638F-4A4B-9658-07D345DA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GitHub Pages: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060FA-4097-4AB0-B0F0-8053E1DD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28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https://2025bit085-lab.github.io/signal-and-structure-web-labs/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1117A-06AB-465F-941E-FFAD639C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GitHub Repository: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A69C7-C6B2-48A3-BAAF-7BFBECF1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28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https://github.com/2025bit085-lab/signal-and-structure-web-labs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54F0D-E4A1-4FD0-A814-1E4B1344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link shows the hosted work and the version-controlled files.</a:t>
            </a:r>
          </a:p>
        </p:txBody>
      </p:sp>
    </p:spTree>
    <p:extLst>
      <p:ext uri="{BB962C8B-B14F-4D97-AF65-F5344CB8AC3E}">
        <p14:creationId xmlns:p14="http://schemas.microsoft.com/office/powerpoint/2010/main" val="736583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2026-05-08T06:30:59.6560000Z</dcterms:created>
  <dcterms:modified xsi:type="dcterms:W3CDTF">2026-05-08T06:30:59.6570000Z</dcterms:modified>
</coreProperties>
</file>