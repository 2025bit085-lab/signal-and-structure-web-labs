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3c8a13aa264323" /><Relationship Type="http://schemas.openxmlformats.org/officeDocument/2006/relationships/extended-properties" Target="/docProps/app.xml" Id="Rd050103b3f6441d0" /><Relationship Type="http://schemas.openxmlformats.org/officeDocument/2006/relationships/officeDocument" Target="/ppt/presentation.xml" Id="Re2647a681563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54fd9bccd4edd"/>
  </p:sldMasterIdLst>
  <p:notesMasterIdLst>
    <p:notesMasterId xmlns:r="http://schemas.openxmlformats.org/officeDocument/2006/relationships" r:id="Rf34da16e96e54810"/>
  </p:notesMasterIdLst>
  <p:sldIdLst>
    <p:sldId xmlns:r="http://schemas.openxmlformats.org/officeDocument/2006/relationships" id="256" r:id="Rd0c45adb89754164"/>
    <p:sldId xmlns:r="http://schemas.openxmlformats.org/officeDocument/2006/relationships" id="257" r:id="Rc589b152d74b4cfe"/>
    <p:sldId xmlns:r="http://schemas.openxmlformats.org/officeDocument/2006/relationships" id="258" r:id="R584acf2ad0bf43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54fd9bccd4edd" /><Relationship Type="http://schemas.openxmlformats.org/officeDocument/2006/relationships/theme" Target="/ppt/theme/theme1.xml" Id="R11bce66dff6247e1" /><Relationship Type="http://schemas.openxmlformats.org/officeDocument/2006/relationships/notesMaster" Target="/ppt/notesMasters/notesMaster1.xml" Id="Rf34da16e96e54810" /><Relationship Type="http://schemas.openxmlformats.org/officeDocument/2006/relationships/presProps" Target="/ppt/presProps.xml" Id="Rdd4c23f92ec242a2" /><Relationship Type="http://schemas.openxmlformats.org/officeDocument/2006/relationships/viewProps" Target="/ppt/viewProps.xml" Id="R843522aebdb24808" /><Relationship Type="http://schemas.openxmlformats.org/officeDocument/2006/relationships/tableStyles" Target="/ppt/tableStyles.xml" Id="R43a7873213bc4b34" /><Relationship Type="http://schemas.openxmlformats.org/officeDocument/2006/relationships/slide" Target="/ppt/slides/slide1.xml" Id="Rd0c45adb89754164" /><Relationship Type="http://schemas.openxmlformats.org/officeDocument/2006/relationships/slide" Target="/ppt/slides/slide2.xml" Id="Rc589b152d74b4cfe" /><Relationship Type="http://schemas.openxmlformats.org/officeDocument/2006/relationships/slide" Target="/ppt/slides/slide3.xml" Id="R584acf2ad0bf43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940bfc6ac1146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5b53db27cc42de" /><Relationship Type="http://schemas.openxmlformats.org/officeDocument/2006/relationships/notesMaster" Target="/ppt/notesMasters/notesMaster1.xml" Id="R1c6c924ed4b444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aac27c9e674523" /><Relationship Type="http://schemas.openxmlformats.org/officeDocument/2006/relationships/notesMaster" Target="/ppt/notesMasters/notesMaster1.xml" Id="R4c362254be654b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2b9c03427045a0" /><Relationship Type="http://schemas.openxmlformats.org/officeDocument/2006/relationships/notesMaster" Target="/ppt/notesMasters/notesMaster1.xml" Id="R6b661882215a4c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453c8b10a4e7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68e01ac7574bd3" /><Relationship Type="http://schemas.openxmlformats.org/officeDocument/2006/relationships/slideLayout" Target="/ppt/slideLayouts/slideLayout2.xml" Id="R288d7e5f8ba74a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8d7e5f8ba74a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18330da624fae" /><Relationship Type="http://schemas.openxmlformats.org/officeDocument/2006/relationships/notesSlide" Target="/ppt/notesSlides/notesSlide1.xml" Id="R01633ab9048c49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92e2509f264e2e" /><Relationship Type="http://schemas.openxmlformats.org/officeDocument/2006/relationships/notesSlide" Target="/ppt/notesSlides/notesSlide2.xml" Id="R34d7208c773e4e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2b7ba1fe5740e7" /><Relationship Type="http://schemas.openxmlformats.org/officeDocument/2006/relationships/notesSlide" Target="/ppt/notesSlides/notesSlide3.xml" Id="Rd050c2d143fd4a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91714-7047-4D22-9A9B-DCABD36B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115443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1430">
            <a:solidFill>
              <a:srgbClr val="D8D0C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488BA-EC92-4308-B1EE-86D81EA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5C34"/>
          </a:solidFill>
          <a:ln xmlns:a="http://schemas.openxmlformats.org/drawingml/2006/main" w="0">
            <a:solidFill>
              <a:srgbClr val="835C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99D05-5590-4DAE-AEB0-F953350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35C34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835C34"/>
                </a:solidFill>
                <a:latin typeface="Georgia"/>
                <a:ea typeface="Georgia"/>
                <a:cs typeface="Georgia"/>
              </a:rPr>
              <a:t>Web Design Project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C121C-B743-4FBB-8D59-5641D77E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981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Signal &amp; Structure: A Progressive Web Practice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F8D92-A4C1-41F1-B9FB-462877B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A concise group project showcase built from the six lab activities.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EF8CD-AA1B-44EB-A382-24C0F879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08585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FFAA2-6A3D-4B67-B836-B6393845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Team Composition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B94E3-5CAA-491A-B682-B397003D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Add member names, registration numbers, and roles here.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39917-6E60-4C37-B2D9-AD08DBEF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4572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8177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64B73-C2BE-4FD6-A420-39E8F54D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4572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8177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5D755-E470-456A-910E-6822B0B8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572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8177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B1617-4932-4C5A-BB2B-75C020CD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Course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32104-9CAC-4964-93C6-57C1D871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Foundational web design practice covering page structure, links, media, data layout, semantic HTML, and forms.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A4431-524E-414F-B5CF-EDAC2317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293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Prepared for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5470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804123-520F-4AAB-B4E1-98C936EC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115443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1430">
            <a:solidFill>
              <a:srgbClr val="D8D0C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E5967-DF0E-4286-9060-5363B00F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5C34"/>
          </a:solidFill>
          <a:ln xmlns:a="http://schemas.openxmlformats.org/drawingml/2006/main" w="0">
            <a:solidFill>
              <a:srgbClr val="835C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893D0-7B3D-4C84-96EA-89AC818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Project 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036D6-9EB4-4C2B-B4A6-C00C6647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858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EEE3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B9CE3-52CC-4E26-8F85-A7DB18BE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325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To build a clear and accessible practice website that demonstrates steady growth in HTML page structure, navigation, multimedia use, semantic layout, tabular organization, and form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F79B1-9E8C-4E2E-9082-459A1740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89669-4BB9-4CBD-A65D-5E387446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022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Apply the six lab outcomes in one coherent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8E998-B693-4FFD-898C-45C91DF7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B09FC-A053-4D26-AA3B-B803F87C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022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Keep the interface readable, properly labeled, and easy to navigate.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09CFE-F2F0-443A-B55E-278F3F98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A3D73-E27C-419D-B066-9FCE5E05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22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Show meaningful content instead of placeholder text or empty structure.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B72C6-362C-479D-B36D-F1546D5F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The aim follows the same practical, instruction-led tone shown in the reference screenshots.</a:t>
            </a:r>
          </a:p>
        </p:txBody>
      </p:sp>
    </p:spTree>
    <p:extLst>
      <p:ext uri="{BB962C8B-B14F-4D97-AF65-F5344CB8AC3E}">
        <p14:creationId xmlns:p14="http://schemas.microsoft.com/office/powerpoint/2010/main" val="125921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660DF1-695D-406B-A25B-3D85F147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115443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1430">
            <a:solidFill>
              <a:srgbClr val="D8D0C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2F513-677B-490C-B239-69E3BABF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5C34"/>
          </a:solidFill>
          <a:ln xmlns:a="http://schemas.openxmlformats.org/drawingml/2006/main" w="0">
            <a:solidFill>
              <a:srgbClr val="835C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2A83A-0E6E-43EB-9EC8-54C13790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Project 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9CBCB-3CFE-412B-AAD0-BF35284E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0858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F3EC1-FEF5-4BC4-8251-76E4A28A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GitHub Pages Link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0B94F-110C-4001-9C9D-021D6231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44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441F"/>
                </a:solidFill>
                <a:latin typeface="Aptos"/>
                <a:ea typeface="Aptos"/>
                <a:cs typeface="Aptos"/>
              </a:rPr>
              <a:t>https://2025bit085-lab.github.io/signal-and-structure-web-labs/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46528-F1F3-4A8A-872E-C8C64E01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52197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EB03B-B986-4303-A9AE-AB9595D6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2197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F3774-C722-4801-8310-9C44280A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40AE5-1972-45A1-A5B4-10BF7174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53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github.com/2025bit085-lab/signal-and-structure-web-labs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E88B5-23DF-4A94-880C-49050E6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Use In 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B2B1D-9DB6-4EDC-BC3C-CA9E2067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 the live page during the demo to show the hosted project and confirm version-controlled deployment.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63597-6570-47A6-AED4-61ACCC0D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solidFill>
              <a:srgbClr val="FFFDF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Live URL and repository are included so the slide stays useful after submission.</a:t>
            </a:r>
          </a:p>
        </p:txBody>
      </p:sp>
    </p:spTree>
    <p:extLst>
      <p:ext uri="{BB962C8B-B14F-4D97-AF65-F5344CB8AC3E}">
        <p14:creationId xmlns:p14="http://schemas.microsoft.com/office/powerpoint/2010/main" val="875460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2026-05-08T05:53:55.6250000Z</dcterms:created>
  <dcterms:modified xsi:type="dcterms:W3CDTF">2026-05-08T05:53:55.6260000Z</dcterms:modified>
</coreProperties>
</file>